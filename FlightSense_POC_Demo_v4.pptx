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4A6FA5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389120"/>
            <a:ext cx="2743200" cy="2743200"/>
          </a:xfrm>
          <a:prstGeom prst="ellipse">
            <a:avLst/>
          </a:prstGeom>
          <a:solidFill>
            <a:srgbClr val="F7B7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FLIGHTSENSE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Flight Disruption Detection — Proof of Concept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548640" cy="41148"/>
          </a:xfrm>
          <a:prstGeom prst="rect">
            <a:avLst/>
          </a:prstGeom>
          <a:solidFill>
            <a:srgbClr val="F7B7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— Internal POC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FlightSense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flight is delayed or cancelled, airlines find out late — and passengers find out even later. Manual monitoring doesn't scale, and slow servicing erodes trust exactly when passengers need help most.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high-confidence, real-time detection of flight disruptions — and lay the foundation for agentic, automated passenger servicing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0" y="156362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1463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disruptions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37960" y="234086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240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disruption intelligence at the PNR level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37960" y="311810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proactive automated servicing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37960" y="389534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3794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agent-driven architecture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AviationStack + AeroDataBox + OpenSky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3-source: AviationStack → AeroDataBox → OpenSky tiebreaker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(Claude Haiku)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PNR generation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flights.json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Watchlist, diff detection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agent_bedrock.py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disruption→PNR→notify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NiceGUI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8116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passengers, analytics, log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Polly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8116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"Emma" — CS voice 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71800" y="1897380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23760" y="1897380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971800" y="3625596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23760" y="3625596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AWS Bedrock  |  Data: AviationStack + AeroDataBox + OpenSky  |  Voice: Amazon Polly  |  UI: NiceGUI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&amp; Servicing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Fetch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scheduled flights + generate synthetic PNRs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6616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4A6FA5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4904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Recheck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Re-fetch and diff vs. watchlist — flag real changes only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048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8368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Handling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affected passengers, generate notification, log event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2512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3544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4A6FA5"/>
          </a:solidFill>
          <a:ln/>
        </p:spPr>
      </p:sp>
      <p:sp>
        <p:nvSpPr>
          <p:cNvPr id="20" name="Text 18"/>
          <p:cNvSpPr/>
          <p:nvPr/>
        </p:nvSpPr>
        <p:spPr>
          <a:xfrm>
            <a:off x="941832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41832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Servicing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(LangGraph + Bedrock) offers refund / rebook / voucher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disrupted flight is marked processed=true once handled — never re-notified on the next cycle.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— PNR generation &amp; Emma's responses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AviationStack + AeroDataBox + OpenSky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3-source validation — AeroDataBox cross-check, OpenSky tiebreaker on conflict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State-machine orchestration for the customer service call flow, incl. human-agent escalation on request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Polly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text-to-speech for Emma's voice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NiceGUI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passengers, analytics &amp; log (mic input in NiceGUI)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676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loop, diffing, and event logging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 — Current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disruption visibility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89520" y="156362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5636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PNR-level disruption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215798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2E9E6D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1579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(synthetic data)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automated servicing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27523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2E9E6D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27523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agent-driven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334670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33467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source (OAG)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394106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39410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using AviationStack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95–98% detection accuracy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453542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45354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measured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within 5 minutes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512978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51297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6692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validation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57241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57241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— 3-source pipeline live (AviationStack → AeroDataBox → OpenSky)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7B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POC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paid production source (OAG/FlightAware) — AeroDataBox + OpenSky tiebreaker already live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31136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TLR, Opus, ROC for full multi-source disruption confidence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9169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accuracy harness — validate the 95–98% detection target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5753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47872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Python-orchestrated to true agent-driven tool selection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2336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0624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real PNR data access with stakeholders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" y="4892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86460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detection to a live 5-minute production schedule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4A6FA5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FlightSense — Real-Time Flight Disruption Detection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2026-07-31T23:37:46Z</dcterms:created>
  <dcterms:modified xsi:type="dcterms:W3CDTF">2026-07-31T23:37:46Z</dcterms:modified>
</cp:coreProperties>
</file>