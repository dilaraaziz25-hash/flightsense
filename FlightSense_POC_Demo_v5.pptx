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9E6D"/>
    <a:srgbClr val="89CE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30" d="100"/>
          <a:sy n="130" d="100"/>
        </p:scale>
        <p:origin x="-3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484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4114800" cy="4114800"/>
          </a:xfrm>
          <a:prstGeom prst="ellipse">
            <a:avLst/>
          </a:prstGeom>
          <a:solidFill>
            <a:srgbClr val="4A6FA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972800" y="4389120"/>
            <a:ext cx="2743200" cy="2743200"/>
          </a:xfrm>
          <a:prstGeom prst="ellipse">
            <a:avLst/>
          </a:prstGeom>
          <a:solidFill>
            <a:srgbClr val="F7B73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FLIGHTSENSE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Flight Disruption Detection — Proof of Concept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977640"/>
            <a:ext cx="548640" cy="41148"/>
          </a:xfrm>
          <a:prstGeom prst="rect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— Internal POC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FlightSense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flight is delayed or cancelled, airlines find out late — and passengers find out even later. Manual monitoring doesn't scale, and slow servicing erodes trust exactly when passengers need help most.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high-confidence, real-time detection of flight disruptions — and lay the foundation for agentic, automated passenger servicing decisions.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37960" y="1563624"/>
            <a:ext cx="256032" cy="256032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95160" y="14630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 into disruptions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37960" y="2340864"/>
            <a:ext cx="256032" cy="256032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995160" y="22402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disruption intelligence at the PNR level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537960" y="3118104"/>
            <a:ext cx="256032" cy="256032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995160" y="3017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proactive automated servicing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37960" y="3895344"/>
            <a:ext cx="256032" cy="256032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995160" y="3794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Scalable, agent-driven architecture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AviationStack + AeroDataBox + OpenSky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3-source: AviationStack → AeroDataBox → OpenSky tiebreaker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3191256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F7B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328269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(Claude Haiku)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64845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PNR generation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2040" y="146304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flights.json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0" y="19202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Watchlist, diff detection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92040" y="3191256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F7B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0" y="328269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agent_bedrock.py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0" y="364845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disruption→PNR→notify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0" y="146304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281160" y="155448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/ NiceGUI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281160" y="19202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passengers, analytics, log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0" y="3191256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F7B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81160" y="328269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+ Polly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81160" y="364845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"Emma" — CS voice agent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971800" y="1897380"/>
            <a:ext cx="1920240" cy="0"/>
          </a:xfrm>
          <a:prstGeom prst="line">
            <a:avLst/>
          </a:prstGeom>
          <a:noFill/>
          <a:ln w="1905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223760" y="1897380"/>
            <a:ext cx="1920240" cy="0"/>
          </a:xfrm>
          <a:prstGeom prst="line">
            <a:avLst/>
          </a:prstGeom>
          <a:noFill/>
          <a:ln w="1905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71800" y="3625596"/>
            <a:ext cx="1920240" cy="0"/>
          </a:xfrm>
          <a:prstGeom prst="line">
            <a:avLst/>
          </a:prstGeom>
          <a:noFill/>
          <a:ln w="1905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223760" y="3625596"/>
            <a:ext cx="1920240" cy="0"/>
          </a:xfrm>
          <a:prstGeom prst="line">
            <a:avLst/>
          </a:prstGeom>
          <a:noFill/>
          <a:ln w="1905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AWS Bedrock  |  Data: AviationStack + AeroDataBox + OpenSky  |  Voice: Amazon Polly  |  UI: NiceGUI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&amp; Servicing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359152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B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Fetch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scheduled flights + generate synthetic PNRs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55848" y="3383280"/>
            <a:ext cx="192024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566160" y="2194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4A6F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749040" y="2359152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B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749040" y="31089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Recheck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49040" y="356616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Re-fetch and diff vs. watchlist — flag real changes only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383280"/>
            <a:ext cx="192024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0" y="2194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2359152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B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583680" y="31089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 Handling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356616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affected passengers, generate notification, log event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25128" y="3383280"/>
            <a:ext cx="192024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235440" y="2194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4A6F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418320" y="2359152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B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418320" y="31089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Servicing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418320" y="356616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 (LangGraph + Bedrock) offers refund / rebook / voucher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892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disrupted flight is marked processed=true once handled — never re-notified on the next cycle.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USED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737360"/>
            <a:ext cx="365760" cy="365760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6243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— PNR generation &amp; Emma's responses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50876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17720" y="1737360"/>
            <a:ext cx="365760" cy="365760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17720" y="2240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AviationStack + AeroDataBox + OpenSky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26243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3-source validation — AeroDataBox cross-check, OpenSky tiebreaker on conflict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50876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366760" y="1737360"/>
            <a:ext cx="365760" cy="365760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66760" y="2240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26243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State-machine orchestration for the customer service call flow, incl. human-agent escalation on request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8680" y="3749040"/>
            <a:ext cx="365760" cy="365760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4251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Polly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63600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text-to-speech for Emma's voice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0" y="352044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17720" y="3749040"/>
            <a:ext cx="365760" cy="365760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17720" y="4251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/ NiceGUI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17720" y="463600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passengers, analytics &amp; log (mic input in NiceGUI)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352044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366760" y="3749040"/>
            <a:ext cx="365760" cy="365760"/>
          </a:xfrm>
          <a:prstGeom prst="ellipse">
            <a:avLst/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366760" y="4251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66760" y="463600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loop, diffing, and event logging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Criteria — Current Status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disruption visibility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589520" y="156362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D98C0F">
              <a:alpha val="12000"/>
            </a:srgbClr>
          </a:solidFill>
          <a:ln w="12700">
            <a:solidFill>
              <a:srgbClr val="D98C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589520" y="156362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8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with available sources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PNR-level disruption intelligence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589520" y="215798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89CEB1">
              <a:alpha val="12000"/>
            </a:srgbClr>
          </a:solidFill>
          <a:ln w="12700">
            <a:solidFill>
              <a:srgbClr val="2E9E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89520" y="215798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9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(</a:t>
            </a:r>
            <a:r>
              <a:rPr lang="en-US" sz="1200" b="1" dirty="0">
                <a:solidFill>
                  <a:srgbClr val="2C9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r>
              <a:rPr lang="en-US" sz="1200" b="1" dirty="0">
                <a:solidFill>
                  <a:srgbClr val="2E9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974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automated servicing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589520" y="275234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89CEB1">
              <a:alpha val="12000"/>
            </a:srgbClr>
          </a:solidFill>
          <a:ln w="12700">
            <a:solidFill>
              <a:srgbClr val="2E9E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589520" y="275234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9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200" dirty="0">
              <a:solidFill>
                <a:srgbClr val="2C9E6D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3291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Scalable, agent-driven architecture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334670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D98C0F">
              <a:alpha val="12000"/>
            </a:srgbClr>
          </a:solidFill>
          <a:ln w="12700">
            <a:solidFill>
              <a:srgbClr val="D98C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589520" y="334670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8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High-confidence source (OAG)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0" y="394106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C64F4F">
              <a:alpha val="12000"/>
            </a:srgbClr>
          </a:solidFill>
          <a:ln w="12700">
            <a:solidFill>
              <a:srgbClr val="C64F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589520" y="394106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— using AviationStack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48056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95–98% detection accuracy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0" y="453542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C64F4F">
              <a:alpha val="12000"/>
            </a:srgbClr>
          </a:solidFill>
          <a:ln w="12700">
            <a:solidFill>
              <a:srgbClr val="C64F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89520" y="453542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applicable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within 5 minutes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89520" y="512978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D98C0F">
              <a:alpha val="12000"/>
            </a:srgbClr>
          </a:solidFill>
          <a:ln w="12700">
            <a:solidFill>
              <a:srgbClr val="D98C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589520" y="512978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8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supports it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6692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validation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589520" y="572414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89CEB1">
              <a:alpha val="12157"/>
            </a:srgbClr>
          </a:solidFill>
          <a:ln w="12700">
            <a:solidFill>
              <a:srgbClr val="2E9E6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589520" y="5724144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9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— 3-source pipeline live (AviationStack → AeroDataBox → OpenSky)</a:t>
            </a:r>
            <a:endParaRPr lang="en-US" sz="1200" dirty="0">
              <a:solidFill>
                <a:srgbClr val="2C9E6D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7B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POC to Production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572768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paid production source (OAG/FlightAware) — AeroDataBox + OpenSky tiebreaker already live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31520" y="22585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258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231136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TLR, Opus, ROC for full multi-source disruption confidence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291693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9169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889504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accuracy harness — validate the 95–98% detection target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31520" y="357530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5753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3547872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Python-orchestrated to true agent-driven tool selection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31520" y="423367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206240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real PNR data access with stakeholders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31520" y="4892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7B7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4864608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detection to a live 5-minute production schedule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4A6FA5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520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FlightSense — Real-Time Flight Disruption Detection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492</Words>
  <Application>Microsoft Macintosh PowerPoint</Application>
  <PresentationFormat>Widescreen</PresentationFormat>
  <Paragraphs>98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Dilara Aziz</cp:lastModifiedBy>
  <cp:revision>5</cp:revision>
  <dcterms:created xsi:type="dcterms:W3CDTF">2026-07-31T23:37:46Z</dcterms:created>
  <dcterms:modified xsi:type="dcterms:W3CDTF">2026-08-12T17:49:58Z</dcterms:modified>
</cp:coreProperties>
</file>