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4A6FA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389120"/>
            <a:ext cx="2743200" cy="2743200"/>
          </a:xfrm>
          <a:prstGeom prst="ellipse">
            <a:avLst/>
          </a:prstGeom>
          <a:solidFill>
            <a:srgbClr val="F7B73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Disruption Detection — Proof of Concept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48640" cy="41148"/>
          </a:xfrm>
          <a:prstGeom prst="rect">
            <a:avLst/>
          </a:prstGeom>
          <a:solidFill>
            <a:srgbClr val="F7B7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— Internal POC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FlightSense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flight is delayed or cancelled, airlines find out late — and passengers find out even later. Manual monitoring doesn't scale, and slow servicing erodes trust exactly when passengers need help most.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high-confidence, real-time detection of flight disruptions — and lay the foundation for agentic, automated passenger servicing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6362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disruptions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34086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disruption intelligence at the PNR level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proactive automated servicing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95344"/>
            <a:ext cx="256032" cy="256032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API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schedule + status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 Haiku)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PNR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Watchlist, diff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agent_bedrock.py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disruption→PNR→notify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1920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passengers, map,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3191256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7B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282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484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"Emma" — CS voice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897380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3625596"/>
            <a:ext cx="19202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AWS Bedrock  |  Compute: Streamlit  |  Voice: Amazon Polly  |  Orchestration: LangGraph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Servicing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scheduled flights + generate synthetic PNRs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and diff vs. watchlist — flag real changes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passengers, generate notification, log event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3383280"/>
            <a:ext cx="19202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2194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Servicing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(LangGraph + Bedrock) offers refund / rebook / voucher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disrupted flight is marked processed=true once handled — never re-notified on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— PNR generation &amp; Emma's responses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AviationStack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flight schedule and status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73736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24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for the customer service call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Polly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text-to-speech for Emma's 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monitor, passenger, map, and log 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49040"/>
            <a:ext cx="365760" cy="36576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360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loop, diffing, and event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— Current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visibility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5636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5636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PNR-level disruption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579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57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(synthetic 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automated servicing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7523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2E9E6D">
              <a:alpha val="12000"/>
            </a:srgbClr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7523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agent-driven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346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source (OAG)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39410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using AviationStack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453542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5354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measured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within 5 minutes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978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D98C0F">
              <a:alpha val="12000"/>
            </a:srgbClr>
          </a:solidFill>
          <a:ln w="12700">
            <a:solidFill>
              <a:srgbClr val="D98C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5129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 (OAG/TLR/Opus/ROC)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7241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C64F4F">
              <a:alpha val="12000"/>
            </a:srgbClr>
          </a:solidFill>
          <a:ln w="12700">
            <a:solidFill>
              <a:srgbClr val="C64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5724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7B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AviationStack for OAG (production data access)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TLR, Opus, ROC as parallel sources for missed-flight prediction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accuracy harness — validate the 95–98% detection target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Python-orchestrated to true agent-driven tool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real PNR data access with stakeholders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73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detection to a live 5-minute production schedule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6FA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FlightSense — Real-Time Flight Disruption Detection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2026-07-31T23:37:46Z</dcterms:created>
  <dcterms:modified xsi:type="dcterms:W3CDTF">2026-07-31T23:37:46Z</dcterms:modified>
</cp:coreProperties>
</file>